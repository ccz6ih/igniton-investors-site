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421D-C82F-6902-016C-79EE7D0CAC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0AD88-4EC0-D2E5-4FC1-6A4A50D77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2EC2B-6AFF-A94A-2B09-773A40384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40D2-D298-A242-A814-B0DC4A45C3D0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AEB4E-ACAA-1788-17B5-0555F3535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95EAD-1F9C-BB24-2065-B8C05BCF9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4A6E9-3D73-904D-8A5A-09F64029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529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07A6-7A66-1B52-F742-B818D1BE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951B3-D2E0-5637-6F75-9B6E32A8E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224EF-18D2-FF2D-5136-9BD7CFAA0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40D2-D298-A242-A814-B0DC4A45C3D0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2BC9F-10F5-A9C4-54C7-7E9BD37D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D7C8B-3E0B-793D-30D2-F75EBC76E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4A6E9-3D73-904D-8A5A-09F64029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8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CB861-2265-39B0-4713-BD0914FB6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4313D-CDED-10A1-A4BB-5A3315B38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D6535-1AD5-478E-EF0E-489083972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40D2-D298-A242-A814-B0DC4A45C3D0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25A77-D0F6-152F-3B60-7953B839F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2A5D6-E899-264B-263E-CD8D25187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4A6E9-3D73-904D-8A5A-09F64029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26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78A69-E9F3-4C7E-7FCA-AE2705E6B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46CCC-473E-4B0A-96A8-BBB49000A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B53AA-72AB-DB08-996F-1E928DE10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FAACF-D0EE-FE44-28FC-EE9E43F0C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40D2-D298-A242-A814-B0DC4A45C3D0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49515-848D-36D2-D870-707539BB3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2EE97-1590-E4F6-04D2-1955B3AFA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4A6E9-3D73-904D-8A5A-09F64029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955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CF3D6-501A-4CC1-20E7-356EBBCE8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2244C-ACBF-EBED-E601-03267F16A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B19DF9-C03F-432A-A8E0-A8E5271D1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8FE210-A8DF-9A2F-9E40-8796EA0AE0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584796-A9BA-A48B-E59F-DFA13C3318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F5C5F-5619-223E-BD66-E3CF0A4AB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40D2-D298-A242-A814-B0DC4A45C3D0}" type="datetimeFigureOut">
              <a:rPr lang="en-US" smtClean="0"/>
              <a:t>5/22/26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9633B7-CC96-A9CF-4093-36DFDB9CF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4EDC8-B696-D4AE-C2E8-CCD71D981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4A6E9-3D73-904D-8A5A-09F64029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6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4BB59-22E3-13B4-F692-5BF12BD86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852DB-2D99-2595-1AE8-AD869C90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40D2-D298-A242-A814-B0DC4A45C3D0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960448-89A6-23E2-83F9-813FDBED0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5C6D15-43C7-C091-3F18-181B88564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4A6E9-3D73-904D-8A5A-09F64029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901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2277D5-DB2F-6C64-C468-31C177664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40D2-D298-A242-A814-B0DC4A45C3D0}" type="datetimeFigureOut">
              <a:rPr lang="en-US" smtClean="0"/>
              <a:t>5/22/26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EA9ACD-3406-6C47-7775-F42E54BC7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B1246-D08A-A9F7-DD14-DC2F2964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4A6E9-3D73-904D-8A5A-09F64029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9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5F06-AA7B-CD39-6DE9-1F677B1BA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0522-3DE8-775B-0904-B4A6644AE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BC0DF-EF48-2B1A-053D-77B214478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C0C5E-A4AC-2A0F-C79B-0FCF0EAC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40D2-D298-A242-A814-B0DC4A45C3D0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D2598-3D62-FEEB-C1E3-3F26E85A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CEFBB-F59E-E22A-0F46-AE59A62CC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4A6E9-3D73-904D-8A5A-09F64029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216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DE41-3831-EFFA-7753-87CF4657A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644041-E705-F8B3-A7DC-FF6E54649F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5B5A6-B122-5173-8462-0500CCD86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2D173-E505-33BD-875B-0224AE5F8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40D2-D298-A242-A814-B0DC4A45C3D0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FB8DA-3F33-5F7C-F4FA-249B8AB8A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F1F6E-7F4F-9031-CFF0-DEB4B3AA2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4A6E9-3D73-904D-8A5A-09F64029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71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8F084-1C49-5711-4C22-172D3F757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7EF949-7936-9E83-B077-11CF3BAF0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C2761-428D-B9DE-10C9-280309069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40D2-D298-A242-A814-B0DC4A45C3D0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60582-9F43-2A0F-9242-45765E79D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4476A-BA9F-9F48-A109-CAC5B1B08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4A6E9-3D73-904D-8A5A-09F64029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692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33D9A-58DA-B5AE-1169-512DD962F6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FFE7B-A800-362D-3B01-80AC1EC11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B7F1E-67F0-342F-B53A-EBB0203F3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40D2-D298-A242-A814-B0DC4A45C3D0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76FE3-03AC-A32A-05A1-16A9CF724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3F2D4-16EA-43A9-3FDD-6A6917231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4A6E9-3D73-904D-8A5A-09F64029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257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264A44-CA2A-464D-A3A2-FCE388DBE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27611-A6CF-97DD-C444-ECBF4169C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22EB6-2188-C283-F402-1EBADE8350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BE40D2-D298-A242-A814-B0DC4A45C3D0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248CF-2C98-0CC7-2B8B-3DC1D8BB3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FB4E6-D998-2494-4FFD-6B5B00690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B4A6E9-3D73-904D-8A5A-09F64029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8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F636D1-97F9-60B6-7ABF-44706297CD6D}"/>
              </a:ext>
            </a:extLst>
          </p:cNvPr>
          <p:cNvSpPr txBox="1"/>
          <p:nvPr/>
        </p:nvSpPr>
        <p:spPr>
          <a:xfrm>
            <a:off x="526093" y="284947"/>
            <a:ext cx="4769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COGNITIVE TRIAL   PEER-REVIEWED JOURNAL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FA8BCD-DC30-9761-3CCA-45FC90B8A766}"/>
              </a:ext>
            </a:extLst>
          </p:cNvPr>
          <p:cNvSpPr txBox="1"/>
          <p:nvPr/>
        </p:nvSpPr>
        <p:spPr>
          <a:xfrm>
            <a:off x="526093" y="654279"/>
            <a:ext cx="968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Influence of Enhanced Amino Acid Compositions on Human Cognitive Functions after COVID-19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D4213F-591D-74CA-6123-D3853543C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93" y="1023611"/>
            <a:ext cx="7772400" cy="6342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45DC9E-1CA5-4E49-A14A-126CAF7B9B82}"/>
              </a:ext>
            </a:extLst>
          </p:cNvPr>
          <p:cNvSpPr txBox="1"/>
          <p:nvPr/>
        </p:nvSpPr>
        <p:spPr>
          <a:xfrm>
            <a:off x="526092" y="1682626"/>
            <a:ext cx="3135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 days	 n=70	Ages 35-65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1CBDE4-9F0E-8D83-DFB7-6DB4A66C124D}"/>
              </a:ext>
            </a:extLst>
          </p:cNvPr>
          <p:cNvSpPr txBox="1"/>
          <p:nvPr/>
        </p:nvSpPr>
        <p:spPr>
          <a:xfrm>
            <a:off x="526092" y="2501554"/>
            <a:ext cx="601972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Randomized, placebo-controlled design</a:t>
            </a:r>
          </a:p>
          <a:p>
            <a:r>
              <a:rPr lang="en-US" dirty="0"/>
              <a:t>Experimental Covid, Experimental Non-Covid, and Placebo</a:t>
            </a:r>
          </a:p>
          <a:p>
            <a:r>
              <a:rPr lang="en-US" dirty="0"/>
              <a:t>Measured at 30 and 60 days</a:t>
            </a:r>
          </a:p>
          <a:p>
            <a:r>
              <a:rPr lang="en-US" dirty="0"/>
              <a:t>Memory and Attention outcomes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Download PDF </a:t>
            </a:r>
            <a:r>
              <a:rPr lang="en-US" dirty="0">
                <a:sym typeface="Wingdings" pitchFamily="2" charset="2"/>
              </a:rPr>
              <a:t>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5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2C53D-002F-F881-7745-CC473CA5D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E8314-2BA6-5697-6421-42C66E741958}"/>
              </a:ext>
            </a:extLst>
          </p:cNvPr>
          <p:cNvSpPr txBox="1"/>
          <p:nvPr/>
        </p:nvSpPr>
        <p:spPr>
          <a:xfrm>
            <a:off x="526093" y="284947"/>
            <a:ext cx="6205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COVID STUDY SIGNIFICANT 30-DAY RESULTS TO SHOWCASE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7AC368-3CB1-1B70-3D7E-4A4A66F1C822}"/>
              </a:ext>
            </a:extLst>
          </p:cNvPr>
          <p:cNvSpPr txBox="1"/>
          <p:nvPr/>
        </p:nvSpPr>
        <p:spPr>
          <a:xfrm>
            <a:off x="1052186" y="1390389"/>
            <a:ext cx="62088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+33% Improvement in Short Term Memory (Total Avg.)</a:t>
            </a:r>
          </a:p>
          <a:p>
            <a:endParaRPr lang="en-US" dirty="0"/>
          </a:p>
          <a:p>
            <a:r>
              <a:rPr lang="en-US" dirty="0"/>
              <a:t>+46% Improvement in Short Term Memory (Covid Group Avg.)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79652-E9B7-0E3A-7D83-A963BBBF4552}"/>
              </a:ext>
            </a:extLst>
          </p:cNvPr>
          <p:cNvSpPr txBox="1"/>
          <p:nvPr/>
        </p:nvSpPr>
        <p:spPr>
          <a:xfrm>
            <a:off x="1052186" y="3049829"/>
            <a:ext cx="51965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+67% Improvement in Attention (Total Avg.)</a:t>
            </a:r>
          </a:p>
          <a:p>
            <a:endParaRPr lang="en-US" dirty="0"/>
          </a:p>
          <a:p>
            <a:r>
              <a:rPr lang="en-US" dirty="0"/>
              <a:t>+70% Improvement in Attention (Covid Group Avg.)</a:t>
            </a:r>
          </a:p>
        </p:txBody>
      </p:sp>
    </p:spTree>
    <p:extLst>
      <p:ext uri="{BB962C8B-B14F-4D97-AF65-F5344CB8AC3E}">
        <p14:creationId xmlns:p14="http://schemas.microsoft.com/office/powerpoint/2010/main" val="2256256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105</Words>
  <Application>Microsoft Macintosh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Ashley Grace</dc:creator>
  <cp:lastModifiedBy>Ashley Grace</cp:lastModifiedBy>
  <cp:revision>1</cp:revision>
  <dcterms:created xsi:type="dcterms:W3CDTF">2026-05-22T15:14:46Z</dcterms:created>
  <dcterms:modified xsi:type="dcterms:W3CDTF">2026-05-22T17:00:12Z</dcterms:modified>
</cp:coreProperties>
</file>